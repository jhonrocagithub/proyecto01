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291" autoAdjust="0"/>
  </p:normalViewPr>
  <p:slideViewPr>
    <p:cSldViewPr snapToGrid="0">
      <p:cViewPr>
        <p:scale>
          <a:sx n="50" d="100"/>
          <a:sy n="50" d="100"/>
        </p:scale>
        <p:origin x="1500" y="4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88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BFE19A-3676-42C3-8FD0-EE6A50A8C704}" type="datetimeFigureOut">
              <a:rPr lang="es-PE" smtClean="0"/>
              <a:t>25/10/2024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E7A154-8266-45ED-B5BC-1F214322014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46250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E7A154-8266-45ED-B5BC-1F214322014A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45832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8F76A9-F7E8-4100-BB83-B7BB5C2C69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AF8810E-C8C6-4939-8B12-0F84F50D94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3C4DDB-4B1F-465D-AC21-AC3FDF824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7167E-D48B-46EA-9D0B-092F6D47C096}" type="datetimeFigureOut">
              <a:rPr lang="es-PE" smtClean="0"/>
              <a:t>25/10/2024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A37CC1-B895-413C-B7D9-CBA5DEB9B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AE24B8-89B0-46AA-BBA0-F0BA33A03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E990-DA77-4354-972F-F4233A12EF6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76884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8F8163-0306-432E-865E-9DED9E6CF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D10A83-640A-477D-A99D-75CCE7C52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E7F083-04F2-478D-85FA-3BAF44A47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7167E-D48B-46EA-9D0B-092F6D47C096}" type="datetimeFigureOut">
              <a:rPr lang="es-PE" smtClean="0"/>
              <a:t>25/10/2024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46F263-6B92-44B1-9301-E15EB77E4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6187AE-FAF1-4B5E-8444-F4AA2349B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E990-DA77-4354-972F-F4233A12EF6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71062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547392-BA60-47B9-B5FC-54542EA82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7C517D3-EC88-4FD1-8ABE-46A490721B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FEA689-69C5-412B-B1D9-84C3EA12D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7167E-D48B-46EA-9D0B-092F6D47C096}" type="datetimeFigureOut">
              <a:rPr lang="es-PE" smtClean="0"/>
              <a:t>25/10/2024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9915CD-83C0-4A43-AC9B-F8967D7C1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3D60B3-2FA7-4F52-8B38-FB8C2D6B9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E990-DA77-4354-972F-F4233A12EF6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62728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E87F96-9FC2-4A8B-9A5E-5FBCA6BF6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142051-6B1A-46E4-809F-B94644AC91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6D865FF-8386-4DF0-9F0C-F9742B0D40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FFF09C-4E32-4DFB-8DFE-65F176406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7167E-D48B-46EA-9D0B-092F6D47C096}" type="datetimeFigureOut">
              <a:rPr lang="es-PE" smtClean="0"/>
              <a:t>25/10/2024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A07947E-9B34-49F4-B65C-E3E64CCDD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FE537A-DE50-4D55-ABED-39BEE4B07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E990-DA77-4354-972F-F4233A12EF6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65556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2578E5-AA8E-40A1-BF72-11495CBA0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023DC99-0EFD-4C9A-9D53-283986A9E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0BB08E2-5678-4673-AFF3-5A8214313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39E9632-2DA8-416B-8EAF-D1D460E689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F9C6443-7E98-4AA2-9C9B-1ECCBFCF87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60A0F05-77E6-4AD9-8642-E9C04D433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7167E-D48B-46EA-9D0B-092F6D47C096}" type="datetimeFigureOut">
              <a:rPr lang="es-PE" smtClean="0"/>
              <a:t>25/10/2024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69473DF-810A-4748-B4D7-A873A2886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3E7FD4D-A943-493F-B5DF-59B5013B8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E990-DA77-4354-972F-F4233A12EF6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01158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2F4F30-9CA4-43D9-894F-C3A64A0FB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A97ED48-7340-484D-BDCF-AAE3973E2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7167E-D48B-46EA-9D0B-092F6D47C096}" type="datetimeFigureOut">
              <a:rPr lang="es-PE" smtClean="0"/>
              <a:t>25/10/2024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24424EE-3A49-4605-ACDF-8DAC026B8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389F5C3-4AEE-46EC-86F7-3CEE12CAE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E990-DA77-4354-972F-F4233A12EF6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0934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F3D9AEC-45D0-400A-97CD-05EE1F1E3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7167E-D48B-46EA-9D0B-092F6D47C096}" type="datetimeFigureOut">
              <a:rPr lang="es-PE" smtClean="0"/>
              <a:t>25/10/2024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4ECF7E9-DDF7-425A-AC42-81EAEC34D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7114179-4C0C-4449-BAE3-789AAD43D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E990-DA77-4354-972F-F4233A12EF6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35740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B7F88C-9A26-4251-9031-3225B5E68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493E6A-F76E-41EB-862E-3901934C0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AC81B99-7433-48A5-97AE-0B214141AA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91A9D4-BFFC-45F2-87E9-2083A8DE9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7167E-D48B-46EA-9D0B-092F6D47C096}" type="datetimeFigureOut">
              <a:rPr lang="es-PE" smtClean="0"/>
              <a:t>25/10/2024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C50A271-D4EB-4CE4-BFAD-4922E2F6D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81D3B8-15CD-48BB-BBC2-D56A7945F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E990-DA77-4354-972F-F4233A12EF6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80809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27EE7F-960A-4958-BF02-CFDD86DB9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17EC4EE-96D2-4E5A-9BB7-8AF991C40B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8392C-14F4-45B8-B9D9-E95B64EF99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D5E6BAE-0168-4483-AA3F-7BBEB822C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7167E-D48B-46EA-9D0B-092F6D47C096}" type="datetimeFigureOut">
              <a:rPr lang="es-PE" smtClean="0"/>
              <a:t>25/10/2024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091557-9E1F-403F-917C-DECF66841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30798CC-249F-4327-BF2F-4615EF3AB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E990-DA77-4354-972F-F4233A12EF6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12441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09018E-45F1-4B3B-956C-0BD6937C0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B6D5110-F3F7-4F0A-9981-1DE26837AD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B6313C-CE53-46A1-B4E8-5F8A9A90D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7167E-D48B-46EA-9D0B-092F6D47C096}" type="datetimeFigureOut">
              <a:rPr lang="es-PE" smtClean="0"/>
              <a:t>25/10/2024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1C7E4E-F890-46BC-A5C1-A12DE0214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A32B2A-3C51-4E57-A98D-F4F6718BC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E990-DA77-4354-972F-F4233A12EF6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25811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2CCEF8-131E-459C-8651-C4966337B9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41FA6E2-6E2F-4181-A87C-DEB1814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DDBF17-C284-4C88-83AA-3A0B873A3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7167E-D48B-46EA-9D0B-092F6D47C096}" type="datetimeFigureOut">
              <a:rPr lang="es-PE" smtClean="0"/>
              <a:t>25/10/2024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42FB91-AA84-4D68-8E00-6FBCF8F36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0B3D69-8A30-42F0-8547-9F97749CA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E990-DA77-4354-972F-F4233A12EF6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88758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F30E5DB-8A0B-4800-A244-D4783C5D4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844FC8F-5F23-4CD5-BD48-069527CEA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750131-07D3-4733-AA24-B5AC3D6F79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7167E-D48B-46EA-9D0B-092F6D47C096}" type="datetimeFigureOut">
              <a:rPr lang="es-PE" smtClean="0"/>
              <a:t>25/10/2024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C53D4F-0E59-43FC-84A4-531293FCC9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D64DA6-1409-4962-836E-97BCCB9C4A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48E990-DA77-4354-972F-F4233A12EF6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74915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F5C5CCA3-9704-4F03-A55D-EF3E9A0A3E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674924"/>
          </a:xfrm>
        </p:spPr>
        <p:txBody>
          <a:bodyPr>
            <a:normAutofit/>
          </a:bodyPr>
          <a:lstStyle/>
          <a:p>
            <a:r>
              <a:rPr lang="es-PE" sz="5400" dirty="0"/>
              <a:t>Instituto Superior Tecnológico Privado</a:t>
            </a:r>
            <a:br>
              <a:rPr lang="es-PE" sz="5400" dirty="0"/>
            </a:br>
            <a:r>
              <a:rPr lang="es-PE" sz="5400" b="1" dirty="0"/>
              <a:t>CIBERTEC</a:t>
            </a:r>
            <a:endParaRPr lang="es-PE" sz="5400" dirty="0"/>
          </a:p>
        </p:txBody>
      </p:sp>
    </p:spTree>
    <p:extLst>
      <p:ext uri="{BB962C8B-B14F-4D97-AF65-F5344CB8AC3E}">
        <p14:creationId xmlns:p14="http://schemas.microsoft.com/office/powerpoint/2010/main" val="3518426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0BFB3-6E92-475D-8D58-8D594A79F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749" y="-1345687"/>
            <a:ext cx="4180115" cy="315912"/>
          </a:xfrm>
        </p:spPr>
        <p:txBody>
          <a:bodyPr>
            <a:noAutofit/>
          </a:bodyPr>
          <a:lstStyle/>
          <a:p>
            <a:r>
              <a:rPr lang="es-ES" dirty="0"/>
              <a:t>Integrante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A713A9-1400-4096-8FE4-68E3C5339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Integrante:</a:t>
            </a:r>
          </a:p>
          <a:p>
            <a:pPr lvl="1"/>
            <a:r>
              <a:rPr lang="es-ES" dirty="0"/>
              <a:t>Jhonatan Paul Roca Charri</a:t>
            </a:r>
          </a:p>
          <a:p>
            <a:pPr marL="0" lvl="1" indent="0">
              <a:buNone/>
            </a:pPr>
            <a:endParaRPr lang="es-ES" dirty="0"/>
          </a:p>
          <a:p>
            <a:pPr marL="342900" lvl="1" indent="-342900"/>
            <a:r>
              <a:rPr lang="es-ES" sz="2800" dirty="0"/>
              <a:t>C</a:t>
            </a:r>
            <a:r>
              <a:rPr lang="es-PE" sz="2800" dirty="0" err="1"/>
              <a:t>urso</a:t>
            </a:r>
            <a:r>
              <a:rPr lang="es-PE" dirty="0"/>
              <a:t>:</a:t>
            </a:r>
            <a:r>
              <a:rPr lang="es-ES" dirty="0"/>
              <a:t> </a:t>
            </a:r>
          </a:p>
          <a:p>
            <a:pPr marL="800100" lvl="2" indent="-342900"/>
            <a:r>
              <a:rPr lang="es-ES" sz="2400" dirty="0"/>
              <a:t>Arquitectura de Entornos Web</a:t>
            </a:r>
          </a:p>
          <a:p>
            <a:pPr marL="0" lvl="1" indent="0">
              <a:buNone/>
            </a:pPr>
            <a:endParaRPr lang="es-ES" dirty="0"/>
          </a:p>
          <a:p>
            <a:pPr marL="342900" lvl="1" indent="-342900"/>
            <a:r>
              <a:rPr lang="es-ES" sz="2800" dirty="0"/>
              <a:t>Tema:</a:t>
            </a:r>
          </a:p>
          <a:p>
            <a:pPr marL="800100" lvl="2" indent="-342900"/>
            <a:r>
              <a:rPr lang="es-ES" sz="2400" dirty="0"/>
              <a:t>Proyecto del sitio web “Club House”</a:t>
            </a:r>
          </a:p>
          <a:p>
            <a:pPr marL="457200" lvl="2" indent="0">
              <a:buNone/>
            </a:pPr>
            <a:endParaRPr lang="es-ES" sz="2400" dirty="0"/>
          </a:p>
          <a:p>
            <a:pPr marL="457200" lvl="2" indent="0" algn="ctr">
              <a:buNone/>
            </a:pPr>
            <a:r>
              <a:rPr lang="es-ES" sz="4800" b="1" dirty="0"/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1450496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AE61F3-1C94-4B9E-B888-9303C9B1C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Descripción del Proyecto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E4AED3-8009-4A77-9952-1113CAEB8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s-ES" dirty="0"/>
          </a:p>
          <a:p>
            <a:pPr algn="just">
              <a:lnSpc>
                <a:spcPct val="150000"/>
              </a:lnSpc>
            </a:pPr>
            <a:r>
              <a:rPr lang="es-ES" dirty="0"/>
              <a:t>Descubre el lugar perfecto para disfrutar en familia, rodeado de naturaleza y diversión. Nuestro club campestre ofrece una variedad de juegos al aire libre, cómodos hospedajes, y refrescantes piscinas, creando un espacio ideal para relajarse y compartir momentos inolvidables. Ven y vive una experiencia llena de aventura, descanso y diversión para todas las edades. ¡Te esperamos!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196025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CB086-06DD-401C-BF1D-8ECD14A15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dirty="0"/>
              <a:t>Justificación del Proyecto: Página Web del Club Campestre</a:t>
            </a:r>
            <a:endParaRPr lang="es-PE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01E369F-184A-4DC1-BE77-FA3D4DA58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s-ES" dirty="0"/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Visibilidad y Alcance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Experiencia de Usuario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Reservas y consultas en línea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Competitividad en el mercado</a:t>
            </a:r>
          </a:p>
          <a:p>
            <a:pPr marL="514350" indent="-514350">
              <a:buFont typeface="+mj-lt"/>
              <a:buAutoNum type="arabicPeriod"/>
            </a:pPr>
            <a:r>
              <a:rPr lang="es-ES" u="sng" dirty="0"/>
              <a:t>Comunicación</a:t>
            </a:r>
            <a:r>
              <a:rPr lang="es-ES" dirty="0"/>
              <a:t> y Promoción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9799819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126</Words>
  <Application>Microsoft Office PowerPoint</Application>
  <PresentationFormat>Panorámica</PresentationFormat>
  <Paragraphs>23</Paragraphs>
  <Slides>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de Office</vt:lpstr>
      <vt:lpstr>Instituto Superior Tecnológico Privado CIBERTEC</vt:lpstr>
      <vt:lpstr>Integrante</vt:lpstr>
      <vt:lpstr>Descripción del Proyecto</vt:lpstr>
      <vt:lpstr>Justificación del Proyecto: Página Web del Club Campestre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Instituto SuperiorTecnológico Privado CIBERTEC</dc:title>
  <dc:creator>USUARIO</dc:creator>
  <cp:lastModifiedBy>Paul Roca</cp:lastModifiedBy>
  <cp:revision>10</cp:revision>
  <dcterms:created xsi:type="dcterms:W3CDTF">2024-10-25T21:58:30Z</dcterms:created>
  <dcterms:modified xsi:type="dcterms:W3CDTF">2024-10-25T22:43:54Z</dcterms:modified>
</cp:coreProperties>
</file>